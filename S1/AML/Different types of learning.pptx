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0" r:id="rId3"/>
    <p:sldId id="257" r:id="rId4"/>
    <p:sldId id="259" r:id="rId5"/>
    <p:sldId id="258" r:id="rId6"/>
    <p:sldId id="262" r:id="rId7"/>
    <p:sldId id="261" r:id="rId8"/>
    <p:sldId id="260" r:id="rId9"/>
    <p:sldId id="263" r:id="rId10"/>
    <p:sldId id="264" r:id="rId11"/>
    <p:sldId id="271" r:id="rId12"/>
    <p:sldId id="272" r:id="rId13"/>
    <p:sldId id="273" r:id="rId14"/>
    <p:sldId id="274" r:id="rId15"/>
    <p:sldId id="265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41C37-295C-4996-93F0-A09A750745B5}" type="datetimeFigureOut">
              <a:rPr lang="en-IN" smtClean="0"/>
              <a:t>21-08-2020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13305-F592-465E-A0FD-41C2BFC062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60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06DF619-C846-41AF-9E49-09BAF716273D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816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54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D5840-795C-4199-916F-857F7CF605DF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86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26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8CE19-5666-40DB-85E0-F0AD56C4F758}" type="datetime1">
              <a:rPr lang="en-IN" smtClean="0"/>
              <a:t>21-08-2020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9CF6-17A0-4D85-9CAC-F59866E79687}" type="datetime1">
              <a:rPr lang="en-IN" smtClean="0"/>
              <a:t>21-08-2020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97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8FB2-3C9F-42E5-AA6E-0F5E5DA1F320}" type="datetime1">
              <a:rPr lang="en-IN" smtClean="0"/>
              <a:t>21-08-2020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879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F156F-06DF-4B71-BDBE-B1AB7379FA41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4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DE5A-C6ED-4FC3-A434-29447A6935EE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462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BCD62-F1F3-4BEB-AFA3-5E25DB122402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1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1192-5B45-4AAE-AF5D-5F22A412CE69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828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117BA-450E-479D-A1EC-A784321FF409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2317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C29A-7ED5-436D-B70C-C8A5F834344A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741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B2341-A143-49B9-B5E0-9F7AF14C9166}" type="datetime1">
              <a:rPr lang="en-IN" smtClean="0"/>
              <a:t>21-08-2020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242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C247E-6569-4502-B36D-DB3BBF4C4A67}" type="datetime1">
              <a:rPr lang="en-IN" smtClean="0"/>
              <a:t>21-08-2020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73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3B4D6B1-DBFF-458B-B4A1-D8E8835F8E7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943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757B424-2AD3-4340-9DB1-746EBAF6903A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010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9B7157D-5F48-4888-AD37-561E46016DCF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EB34D76-2FFD-49E9-B8A0-A64686FAD2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5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FFEB7-99DC-4C22-8099-20987C68B85C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2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v/s Traditional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91" y="2576945"/>
            <a:ext cx="5915891" cy="343592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25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1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endParaRPr lang="en-IN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90" y="2194598"/>
            <a:ext cx="4824412" cy="355369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4</a:t>
            </a:fld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64" y="2194598"/>
            <a:ext cx="4824413" cy="3553691"/>
          </a:xfrm>
        </p:spPr>
      </p:pic>
      <p:sp>
        <p:nvSpPr>
          <p:cNvPr id="11" name="Rectangle 10"/>
          <p:cNvSpPr/>
          <p:nvPr/>
        </p:nvSpPr>
        <p:spPr>
          <a:xfrm>
            <a:off x="1814945" y="6096000"/>
            <a:ext cx="8354291" cy="789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“supervised learning” is so called because the process of an algorithm learning from the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thought of as a teacher supervising the learning process.</a:t>
            </a:r>
          </a:p>
        </p:txBody>
      </p:sp>
    </p:spTree>
    <p:extLst>
      <p:ext uri="{BB962C8B-B14F-4D97-AF65-F5344CB8AC3E}">
        <p14:creationId xmlns:p14="http://schemas.microsoft.com/office/powerpoint/2010/main" val="9433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313709"/>
            <a:ext cx="4825158" cy="4382927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the machine learning task of learning a function that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maps an input to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output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example input-output pairs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supervised learning, each example in the training set is a pair consisting of an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(typically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vector) and an output value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supervised learning algorithm analyzes the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produces a function, which can be used for mapping new examples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optimal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case, the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will correctly determine the class labels for 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unseen instances.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313710"/>
            <a:ext cx="4824412" cy="3546763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6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endParaRPr lang="en-IN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603501"/>
            <a:ext cx="4824412" cy="341630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6</a:t>
            </a:fld>
            <a:endParaRPr lang="en-IN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603500"/>
            <a:ext cx="4824413" cy="3416300"/>
          </a:xfrm>
        </p:spPr>
      </p:pic>
    </p:spTree>
    <p:extLst>
      <p:ext uri="{BB962C8B-B14F-4D97-AF65-F5344CB8AC3E}">
        <p14:creationId xmlns:p14="http://schemas.microsoft.com/office/powerpoint/2010/main" val="114173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691" y="2231462"/>
            <a:ext cx="4824413" cy="3416300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501" y="2340264"/>
            <a:ext cx="4825159" cy="3416300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is a type of machine learning algorithm used to draw inferences from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input data without labeled responses.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unsupervised learning algorithms,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classification or categorization is not included in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observations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43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436" y="2660073"/>
            <a:ext cx="7162800" cy="314498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4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894282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is the problem of getting an agent to act in the world so as to maximize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rewards.</a:t>
            </a:r>
          </a:p>
          <a:p>
            <a:pPr algn="just"/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learner (the program) is not told what actions to take as in most forms of machine learning,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instead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discover which actions yield the most reward by trying them.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713" y="2603500"/>
            <a:ext cx="4824412" cy="341630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24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0"/>
          </a:xfrm>
        </p:spPr>
        <p:txBody>
          <a:bodyPr>
            <a:normAutofit/>
          </a:bodyPr>
          <a:lstStyle/>
          <a:p>
            <a:pPr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teaching a dog a new trick: we cannot tell it what to do, but we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reward/punish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if it does the right/wrong thing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has to find out what it did that made it get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reward/punishment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use a similar method to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computers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do many tasks, such </a:t>
            </a:r>
            <a:r>
              <a:rPr lang="en-IN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playing 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backgammon or chess, scheduling jobs, and controlling robot limbs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937" y="4642810"/>
            <a:ext cx="4824412" cy="1946692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981" y="2184328"/>
            <a:ext cx="5487166" cy="25685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11382" y="5873768"/>
            <a:ext cx="5915555" cy="984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is different from supervised learning. 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</a:t>
            </a:r>
            <a:r>
              <a:rPr lang="en-IN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from 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provided by a knowledgeable expert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880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670" y="2603499"/>
            <a:ext cx="7824329" cy="180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71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Linear Regression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64" y="2382982"/>
            <a:ext cx="8049491" cy="18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4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Ordinal Variable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2671656"/>
            <a:ext cx="8598646" cy="19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45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6" y="2202873"/>
            <a:ext cx="7733415" cy="203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343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 Answer Questions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1.What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meant by “learning” in the context of machine learning?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List out the types of machine learning.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Distinguish between classification and regression.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What are the differences between supervised and unsupervised learning?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What is meant by supervised classification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Explain supervised learning with an example.</a:t>
            </a:r>
          </a:p>
          <a:p>
            <a:pPr algn="just"/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What do you mean by reinforcement learning?</a:t>
            </a:r>
          </a:p>
          <a:p>
            <a:pPr algn="just"/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What is an association rule?</a:t>
            </a:r>
          </a:p>
          <a:p>
            <a:pPr algn="just"/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Explain the concept of Association rule learning. Give the names of two algorithms for </a:t>
            </a:r>
            <a:r>
              <a:rPr lang="en-IN" sz="1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generating association </a:t>
            </a:r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rules.</a:t>
            </a:r>
          </a:p>
          <a:p>
            <a:pPr algn="just"/>
            <a:r>
              <a:rPr lang="en-IN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What is a classification problem in machine learning. Illustrate with an example.</a:t>
            </a:r>
          </a:p>
          <a:p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08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Answer Questions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Give three examples of classification problems from real life situations.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What is a discriminant in a classification problem?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List three machine learning algorithms for solving classification problems.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 What is a binary classification problem? Explain with an example. Give also an example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 which is not binary.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What is regression problem. What are the different types of regression?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A04B-AD44-40EE-948B-B84B37B09A00}" type="datetime1">
              <a:rPr lang="en-IN" smtClean="0"/>
              <a:t>21-08-2020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8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 Answer Questions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258291"/>
            <a:ext cx="4825158" cy="4294909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Give a definition of the term “machine learning”. Explain with an example the concept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learning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context of machine learning.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Describe the basic components of the machine learning process.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Describe in detail applications of machine learning in any three different knowledge domains.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Describe with an example the concept of association rule learning. Explain how it is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use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in real life situations.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258291"/>
            <a:ext cx="4825159" cy="4294909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What is the classification problem in machine learning? Describe three real life situations </a:t>
            </a:r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different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domains where such problems arise.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What is meant by a discriminant of a classification problem? Illustrate the idea with examples.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Describe in detail with examples the different types of learning like the supervised learning,etc.</a:t>
            </a:r>
          </a:p>
          <a:p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6CDD9-AF33-4E2E-828E-4F54942FCC79}" type="datetime1">
              <a:rPr lang="en-IN" smtClean="0"/>
              <a:t>21-08-2020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34D76-2FFD-49E9-B8A0-A64686FAD22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7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735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 3</vt:lpstr>
      <vt:lpstr>Ion Boardroom</vt:lpstr>
      <vt:lpstr>Different types of Learning</vt:lpstr>
      <vt:lpstr>Machine Learning v/s Traditional Program</vt:lpstr>
      <vt:lpstr>Different types of learning</vt:lpstr>
      <vt:lpstr>Supervised Learning</vt:lpstr>
      <vt:lpstr>Supervised Learning</vt:lpstr>
      <vt:lpstr>Unsupervised Learning</vt:lpstr>
      <vt:lpstr>Unsupervised Learning</vt:lpstr>
      <vt:lpstr>PowerPoint Presentation</vt:lpstr>
      <vt:lpstr>Reinforcement learning</vt:lpstr>
      <vt:lpstr>Reinforcement learning</vt:lpstr>
      <vt:lpstr>Q1</vt:lpstr>
      <vt:lpstr>Q2</vt:lpstr>
      <vt:lpstr>Q3</vt:lpstr>
      <vt:lpstr>Q4</vt:lpstr>
      <vt:lpstr>Short Answer Questions</vt:lpstr>
      <vt:lpstr>Short Answer Questions</vt:lpstr>
      <vt:lpstr>Long Answer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 types of Learning</dc:title>
  <dc:creator>Nejiya</dc:creator>
  <cp:lastModifiedBy>Nejiya</cp:lastModifiedBy>
  <cp:revision>9</cp:revision>
  <dcterms:created xsi:type="dcterms:W3CDTF">2020-08-19T16:25:23Z</dcterms:created>
  <dcterms:modified xsi:type="dcterms:W3CDTF">2020-08-21T01:40:10Z</dcterms:modified>
</cp:coreProperties>
</file>